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Epic of Koroglu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playable Three.js dastan — not a lecture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Interactive 3D game of the Turkic Epic of Koroghlu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Players learn heritage by riding, choosing, and reciting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Hackathon prototype: combat, ally/enemy AI, Nigar, Çamlıbel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Canonical tale: Wikipedia — Epic of Koroghlu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user and 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this is for — and what goes wrong for them today. Not “everyone.”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15–18-year-old in an Azerbaijani / Turkish / Turkmen class or diaspora school: they know the name from a statue or exam. Today they get recitation or Wikipedia — they never ride, never choose, they close the tab.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heritage teacher with one short period: they cannot assign a 400-page dastan. Today they show a slide titled “Epic of Koroglu” and hope a summary sticks. They have no 2-minute thing a student can play.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young gamer who already spends an hour on horses and swords: that hour goes to a made-up kingdom. Their own oral epic sits unused next to the habit that could carry it.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encyclopedia already exists. What fails is practice: no mounted choice, no verse as courage, no moral fork they can get wrong.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outcome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Culture sticks because it was played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 the MVP loop: blinded father → allies → combat → rescue Nigar → take the keep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Values practiced in play: justice over revenge, protect the weak, poetry as courage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Proposal benchmark: higher heritage retention vs text-only learning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Visible success: ally joins, verse slows a tyrant’s rider, Nigar is free, gate opens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player loop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 this arc — do not invent a conflicting plot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Ali Kishi is blinded for telling the truth about the colt Kırat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Recruit ally minds: Deli Hasan, Ayvaz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Mounted combat: saber and verse against Bolu Bey’s riders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Rescue Nigar from the captain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Capture Çamlıbel as a home for the just — not a trophy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Signature mechanics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makes this Koroglu, not a generic horse fighter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Mounted riding in a valley (click or Ride N / W / S / E)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Sword combat with hit timing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Poetry combat: recited verses demoralize enemies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Ashik saz heals those who stand with song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Moral counsel with the band before the last riders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 this build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Reactive agents, not a cutscene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Ally AI: Deli Hasan and Ayvaz fight at your shoulder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Enemy AI: tax riders, sergeant, captain, last keep riders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Adaptive pressure: verse slows them; they close when you linger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Dialogue trees after Nigar is free: justice vs revenge flags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 shape: your words change how the keep is remembered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Two-minute playthrough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Record the live game — public/koroglu-two-minute-playthrough.webm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0:00 Opening cards: Ali Kishi blinded; you are Koroglu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0:06 Hear the father; stand by the ashik (heal); one Verse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0:20 Drive tax riders, then gather Ayvaz and Deli Hasan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1:20 Captain falls; Nigar walks; kindness is also courage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1:45 Green gate, hug, Speak with Nigar — good ending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Good ending with Nigar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Love is not a trophy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Win at the green gate: hug still, then Speak with Nigar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refuses to spend the hour as a rescued prize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Koroglu answers as her equal — saber, verse, and love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Closing card: Good ending — Çamlıbel is a home again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dastan remembers steel and this quiet at the gate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to judge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Priority when features conflict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Cultural authenticity first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a playable combat and AI loop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generative / branching narrative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polish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prototype proves the loop in a few minutes of play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not invent lore that fights the dastan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Epic of Koroghlu — Wikipedia (canonical public overview)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Regional variants: Azerbaijani, Turkish, Turkmen tellings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Proposal file: KorogluEpicGameProposal.md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Play notes: docs/problem-and-outcome.md and docs/two-minute-playthrough.md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Repo: gunash-portfolio/KorogluDnD — branch hackathon/gate-love-dialogue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Epic of Koroglu — Playable Heritage Game</dc:title>
  <dc:subject>Hackathon presentation</dc:subject>
  <dc:creator>KorogluDnD</dc:creator>
  <cp:lastModifiedBy>KorogluDnD</cp:lastModifiedBy>
  <cp:revision>1</cp:revision>
  <dcterms:created xsi:type="dcterms:W3CDTF">2026-10-09T11:45:30Z</dcterms:created>
  <dcterms:modified xsi:type="dcterms:W3CDTF">2026-10-09T11:45:30Z</dcterms:modified>
</cp:coreProperties>
</file>